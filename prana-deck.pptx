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7E4C7"/>
                </a:solidFill>
                <a:latin typeface="SF Pro Display"/>
              </a:rPr>
              <a:t>BREATHE · TRACK · HEAL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F Pro Display"/>
              </a:rPr>
              <a:t>Presentation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7E4C7"/>
                </a:solidFill>
                <a:latin typeface="SF Pro Display"/>
              </a:rPr>
              <a:t>Subtitle or presenter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C69D"/>
                </a:solidFill>
                <a:latin typeface="SF Pro Display"/>
              </a:rPr>
              <a:t>Event  ·  March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920240"/>
            <a:ext cx="13716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7E4C7"/>
                </a:solidFill>
                <a:latin typeface="SF Pro Display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1097280" cy="54864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F Pro Display"/>
              </a:rPr>
              <a:t>Section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7E4C7"/>
                </a:solidFill>
                <a:latin typeface="SF Pro Display"/>
              </a:rPr>
              <a:t>Brief description of this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755648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4332"/>
                </a:solidFill>
                <a:latin typeface="SF Pro Display"/>
              </a:rPr>
              <a:t>Key point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725912" cy="9144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761488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4332"/>
                </a:solidFill>
                <a:latin typeface="SF Pro Display"/>
              </a:rPr>
              <a:t>Key point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10725912" cy="9144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767328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4332"/>
                </a:solidFill>
                <a:latin typeface="SF Pro Display"/>
              </a:rPr>
              <a:t>Key point three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60520"/>
            <a:ext cx="10725912" cy="9144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773168"/>
            <a:ext cx="164592" cy="16459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63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B4332"/>
                </a:solidFill>
                <a:latin typeface="SF Pro Display"/>
              </a:rPr>
              <a:t>Key point four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725912" cy="9144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Two-Column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12064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5120640" cy="10972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  <a:latin typeface="SF Pro Display"/>
              </a:rPr>
              <a:t>Column One Heading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4663440" cy="27432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6E"/>
                </a:solidFill>
                <a:latin typeface="SF Pro Display"/>
              </a:rPr>
              <a:t>Body copy or bullet points go here.
Add your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512064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25880"/>
            <a:ext cx="5120640" cy="1097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4332"/>
                </a:solidFill>
                <a:latin typeface="SF Pro Display"/>
              </a:rPr>
              <a:t>Column Two Heading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2011680"/>
            <a:ext cx="4663440" cy="27432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6E"/>
                </a:solidFill>
                <a:latin typeface="SF Pro Display"/>
              </a:rPr>
              <a:t>Body copy or bullet points go here.
Add your content.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Key Metrics /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566160" cy="228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B4332"/>
                </a:solidFill>
                <a:latin typeface="SF Pro Display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C6E"/>
                </a:solidFill>
                <a:latin typeface="SF Pro Display"/>
              </a:rPr>
              <a:t>Metric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C6E"/>
                </a:solidFill>
                <a:latin typeface="SF Pro Display"/>
              </a:rPr>
              <a:t>Short description of
this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155448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554480"/>
            <a:ext cx="3566160" cy="228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B4332"/>
                </a:solidFill>
                <a:latin typeface="SF Pro Display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C6E"/>
                </a:solidFill>
                <a:latin typeface="SF Pro Display"/>
              </a:rPr>
              <a:t>Metric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C6E"/>
                </a:solidFill>
                <a:latin typeface="SF Pro Display"/>
              </a:rPr>
              <a:t>Short description of
this metric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5" y="1554480"/>
            <a:ext cx="3566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5" y="1554480"/>
            <a:ext cx="3566160" cy="22860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5" y="20116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1B4332"/>
                </a:solidFill>
                <a:latin typeface="SF Pro Display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5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6B7C6E"/>
                </a:solidFill>
                <a:latin typeface="SF Pro Display"/>
              </a:rPr>
              <a:t>Metric Three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93192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C6E"/>
                </a:solidFill>
                <a:latin typeface="SF Pro Display"/>
              </a:rPr>
              <a:t>Short description of
this 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B7E4C7"/>
                </a:solidFill>
                <a:latin typeface="SF Pro Display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1B4332"/>
                </a:solidFill>
                <a:latin typeface="SF Pro Display"/>
              </a:rPr>
              <a:t>Insert a meaningful quote, insight, or
highlighted statement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60520"/>
            <a:ext cx="10725912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C6E"/>
                </a:solidFill>
                <a:latin typeface="SF Pro Display"/>
              </a:rPr>
              <a:t>— Attribution or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Visual /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132320" cy="5029200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040880" cy="4937760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C6E"/>
                </a:solidFill>
                <a:latin typeface="SF Pro Display"/>
              </a:rPr>
              <a:t>[ Image / Screenshot / Chart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4332"/>
                </a:solidFill>
                <a:latin typeface="SF Pro Display"/>
              </a:rPr>
              <a:t>Caption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0725912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4231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C6E"/>
                </a:solidFill>
                <a:latin typeface="SF Pro Display"/>
              </a:rPr>
              <a:t>Describe the image, chart, or demo shown on the left. Use 2–4 sentences.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Meet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Oval 5"/>
          <p:cNvSpPr/>
          <p:nvPr/>
        </p:nvSpPr>
        <p:spPr>
          <a:xfrm>
            <a:off x="1508760" y="1463040"/>
            <a:ext cx="2194560" cy="2194560"/>
          </a:xfrm>
          <a:prstGeom prst="ellipse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SF Pro Display"/>
              </a:rPr>
              <a:t>Name Surname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C6E"/>
                </a:solidFill>
                <a:latin typeface="SF Pro Display"/>
              </a:rPr>
              <a:t>Role /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Short bio or area of focus</a:t>
            </a:r>
          </a:p>
        </p:txBody>
      </p:sp>
      <p:sp>
        <p:nvSpPr>
          <p:cNvPr id="10" name="Oval 9"/>
          <p:cNvSpPr/>
          <p:nvPr/>
        </p:nvSpPr>
        <p:spPr>
          <a:xfrm>
            <a:off x="5321808" y="1463040"/>
            <a:ext cx="2194560" cy="2194560"/>
          </a:xfrm>
          <a:prstGeom prst="ellipse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SF Pro Display"/>
              </a:rPr>
              <a:t>Name Surname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C6E"/>
                </a:solidFill>
                <a:latin typeface="SF Pro Display"/>
              </a:rPr>
              <a:t>Role /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Short bio or area of focus</a:t>
            </a:r>
          </a:p>
        </p:txBody>
      </p:sp>
      <p:sp>
        <p:nvSpPr>
          <p:cNvPr id="14" name="Oval 13"/>
          <p:cNvSpPr/>
          <p:nvPr/>
        </p:nvSpPr>
        <p:spPr>
          <a:xfrm>
            <a:off x="9134856" y="1463040"/>
            <a:ext cx="2194560" cy="2194560"/>
          </a:xfrm>
          <a:prstGeom prst="ellipse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332"/>
                </a:solidFill>
                <a:latin typeface="SF Pro Display"/>
              </a:rPr>
              <a:t>Name Surname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C6E"/>
                </a:solidFill>
                <a:latin typeface="SF Pro Display"/>
              </a:rPr>
              <a:t>Role / 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4754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Short bio or area of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F Pro Display"/>
              </a:rPr>
              <a:t>Roadmap /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D6A4F"/>
                </a:solidFill>
                <a:latin typeface="SF Pro Display"/>
              </a:rPr>
              <a:t>PRANA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725912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3246120"/>
            <a:ext cx="713232" cy="71323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SF Pro Display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Q1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Description of deliverables or milestones.</a:t>
            </a:r>
          </a:p>
        </p:txBody>
      </p:sp>
      <p:sp>
        <p:nvSpPr>
          <p:cNvPr id="11" name="Oval 10"/>
          <p:cNvSpPr/>
          <p:nvPr/>
        </p:nvSpPr>
        <p:spPr>
          <a:xfrm>
            <a:off x="4251960" y="3246120"/>
            <a:ext cx="713232" cy="713232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SF Pro Display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Q1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1605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Description of deliverables or milestones.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3246120"/>
            <a:ext cx="713232" cy="713232"/>
          </a:xfrm>
          <a:prstGeom prst="ellipse">
            <a:avLst/>
          </a:prstGeom>
          <a:solidFill>
            <a:srgbClr val="74C6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SF Pro Display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Q1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Description of deliverables or milestones.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246120"/>
            <a:ext cx="713232" cy="713232"/>
          </a:xfrm>
          <a:prstGeom prst="ellipse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B4332"/>
                </a:solidFill>
                <a:latin typeface="SF Pro Display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Q1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1605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C6E"/>
                </a:solidFill>
                <a:latin typeface="SF Pro Display"/>
              </a:rPr>
              <a:t>Description of deliverables or milestones.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C6E"/>
                </a:solidFill>
                <a:latin typeface="SF Pro Display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108960"/>
            <a:ext cx="13716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SF Pro Display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7E4C7"/>
                </a:solidFill>
                <a:latin typeface="SF Pro Display"/>
              </a:rPr>
              <a:t>contact@example.com  ·  prana.app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C69D"/>
                </a:solidFill>
                <a:latin typeface="SF Pro Display"/>
              </a:rPr>
              <a:t>PRANA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C6E"/>
                </a:solidFill>
                <a:latin typeface="SF Pro Display"/>
              </a:rPr>
              <a:t>BREATHE · TRACK · HEAL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